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yourself, IILM University, the Cisco–AICTE Virtual Internship, and the project: NetSage AI — an AI network-troubleshooting assistant with human review enforced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manual diagnosis is slow; LLMs are fast but hallucinate, so an unsupervised AI troubleshooter is unsafe. Objective: keep the AI’s reasoning, but require human sign-off on every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is a fault report plus show output; output is a structured diagnosis. The key point is the red panel: it then stops and refuses to apply anything until a human approves — enforced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stages: deterministic rule checker, AI diagnosis, ordered human review, and an apply-gate plus dashboard. The design point: the two automated layers fail in opposite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checker can’t hallucinate but can’t reason about intent; the AI can reason but can invent. Running both and showing the reviewer where they disagree is the core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safety mechanism. Running apply on a rejected case is refused in code. Evidence is verified first, the reviewer reads evidence before the AI’s answer, and there is no way to bypass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numbers, all reproducible from the CLI: 33 cases, 34 checks at a 97% catch rate, 33/33 schema-valid AI outputs, 65 tests. The chart shows coverage across nine fault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here: 63.6% agreement, 12 wrong answers kept as-is. Crucially, this is a demonstration corpus, not a blind benchmark, because the cases and AI responses came from the same session. A blind re-run path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Oversight is mechanical: verify evidence first, show evidence before the answer, and gate every fix. All 12 corrections are logged with a failure mode and the change each drove.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small, standard toolchain: pure Python, pandas/matplotlib/Jinja2, the Claude API over plain HTTPS, offline-by-default replay, and 65 tests including regression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completed AI-track certificates, all through the Cisco Networking Academy program at IILM University. Because the track is Modern AI, this is an AI-domain submission and no Packet Tracer file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thesis: reasoning plus automatic evidence checks plus mandatory human approval. 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463040"/>
            <a:ext cx="3291840" cy="3291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566160" cy="35661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" name="Image 0" descr="C:/Users/samar/Desktop/Cisco/_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384048"/>
            <a:ext cx="932688" cy="9943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517904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UNIVERSITY, GREATER NOIDA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1938528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NetSage 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914400" y="287121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Network Fault Diagnosis with Enforced Human Review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– AICTE Virtual Internship Program 2026   •   Problem Statement 2: Applied AI + Network Troubleshooting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65960" y="406908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68880" y="43159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Mehrotra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468880" y="4919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NO.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2410030934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468880" y="55229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&amp; SEMESTER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•  Semester 5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46520" y="43159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2028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46520" y="4919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 (AICTE VIP 2026)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46520" y="55229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 •  Modern AI track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26364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29968"/>
            <a:ext cx="237744" cy="237744"/>
          </a:xfrm>
          <a:prstGeom prst="ellipse">
            <a:avLst/>
          </a:prstGeom>
          <a:solidFill>
            <a:srgbClr val="8A1B30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609344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is slow and manual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reads pages of show-command output and infers the fault by hand.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26364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3584448"/>
            <a:ext cx="237744" cy="237744"/>
          </a:xfrm>
          <a:prstGeom prst="ellipse">
            <a:avLst/>
          </a:prstGeom>
          <a:solidFill>
            <a:srgbClr val="8A1B30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163824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can help — but they hallucinate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invent evidence or reach a confident, wrong conclusion.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626364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5138928"/>
            <a:ext cx="237744" cy="237744"/>
          </a:xfrm>
          <a:prstGeom prst="ellipse">
            <a:avLst/>
          </a:prstGeom>
          <a:solidFill>
            <a:srgbClr val="8A1B30"/>
          </a:solidFill>
          <a:ln/>
        </p:spPr>
      </p:sp>
      <p:sp>
        <p:nvSpPr>
          <p:cNvPr id="13" name="Text 11"/>
          <p:cNvSpPr/>
          <p:nvPr/>
        </p:nvSpPr>
        <p:spPr>
          <a:xfrm>
            <a:off x="1261872" y="4718304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an unsupervised AI troubleshooter is unsafe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trusted to act on a live network by itself.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6600" y="1463040"/>
            <a:ext cx="4526280" cy="4480560"/>
          </a:xfrm>
          <a:prstGeom prst="roundRect">
            <a:avLst>
              <a:gd name="adj" fmla="val 2041"/>
            </a:avLst>
          </a:prstGeom>
          <a:solidFill>
            <a:srgbClr val="0E7C86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0920" y="224028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an LLM’s reasoning to accelerate fault diagnosis — while guaranteeing that a human validates every fix before it can be applied.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60920" y="4892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E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of AI, with the accountability of human review.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NetSage AI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00400" cy="2057400"/>
          </a:xfrm>
          <a:prstGeom prst="roundRect">
            <a:avLst>
              <a:gd name="adj" fmla="val 3556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fault report + the show-command output from the affected devices.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200400" cy="2057400"/>
          </a:xfrm>
          <a:prstGeom prst="roundRect">
            <a:avLst>
              <a:gd name="adj" fmla="val 355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239572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transcript, cross-checks two independent layers, and explains the mechanism.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0" y="1783080"/>
            <a:ext cx="3200400" cy="2057400"/>
          </a:xfrm>
          <a:prstGeom prst="roundRect">
            <a:avLst>
              <a:gd name="adj" fmla="val 3556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410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DIAGNOSIS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41080" y="239572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• OSI layer • verbatim evidence • next command • fix steps.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840480" y="2606040"/>
            <a:ext cx="548640" cy="411480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2606040"/>
            <a:ext cx="548640" cy="411480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8A1B30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4805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it STOPS.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54880" y="448056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6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 it proposes can be applied until a human reviewer approves it — and that gate is enforced in code, not written in a policy document. There is no override flag.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Four Stages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468880" cy="3886200"/>
          </a:xfrm>
          <a:prstGeom prst="roundRect">
            <a:avLst>
              <a:gd name="adj" fmla="val 296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3896" y="1892808"/>
            <a:ext cx="658368" cy="65836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53896" y="18745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Checker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8096" y="338328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deterministic checks in pure Python. Every finding quotes the exact transcript line — it cannot hallucinate.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468880" cy="3886200"/>
          </a:xfrm>
          <a:prstGeom prst="roundRect">
            <a:avLst>
              <a:gd name="adj" fmla="val 296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892808"/>
            <a:ext cx="658368" cy="65836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15968" y="18745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93592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Diagnosis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30168" y="338328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reasons across multiple show outputs. Output is schema-validated and every evidence line is checked verbatim.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600200"/>
            <a:ext cx="2468880" cy="3886200"/>
          </a:xfrm>
          <a:prstGeom prst="roundRect">
            <a:avLst>
              <a:gd name="adj" fmla="val 296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892808"/>
            <a:ext cx="658368" cy="65836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18745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55664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transcript → checker → AI, in that order. The reviewer accepts, edits, or rejects.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600200"/>
            <a:ext cx="2468880" cy="3886200"/>
          </a:xfrm>
          <a:prstGeom prst="roundRect">
            <a:avLst>
              <a:gd name="adj" fmla="val 296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40112" y="1892808"/>
            <a:ext cx="658368" cy="65836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40112" y="18745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17736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Apply-Gate + Dashboard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354312" y="338328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apply step refuses fixes unless approved. A pandas / matplotlib dashboard summarises coverage.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072384" y="3291840"/>
            <a:ext cx="292608" cy="310896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26" name="Shape 24"/>
          <p:cNvSpPr/>
          <p:nvPr/>
        </p:nvSpPr>
        <p:spPr>
          <a:xfrm>
            <a:off x="5934456" y="3291840"/>
            <a:ext cx="292608" cy="310896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27" name="Shape 25"/>
          <p:cNvSpPr/>
          <p:nvPr/>
        </p:nvSpPr>
        <p:spPr>
          <a:xfrm>
            <a:off x="8796528" y="3291840"/>
            <a:ext cx="292608" cy="310896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automated layers are designed to fail in opposite directions.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Failing in Opposite Directions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212080" cy="3611880"/>
          </a:xfrm>
          <a:prstGeom prst="roundRect">
            <a:avLst>
              <a:gd name="adj" fmla="val 22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CHECKER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E7D32"/>
                </a:solidFill>
              </a:rPr>
              <a:t>✓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A37"/>
                </a:solidFill>
              </a:rPr>
              <a:t>Cannot hallucinate — every finding carries its verbatim trigger line.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8A1B30"/>
                </a:solidFill>
              </a:rPr>
              <a:t>✗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A37"/>
                </a:solidFill>
              </a:rPr>
              <a:t>Cannot reason about intent — it misses NS-002, a port in the wrong VLAN where every config line is well-formed.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3611880"/>
          </a:xfrm>
          <a:prstGeom prst="roundRect">
            <a:avLst>
              <a:gd name="adj" fmla="val 22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0840" y="187452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8745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DIAGNOSIS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26974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E7D32"/>
                </a:solidFill>
              </a:rPr>
              <a:t>✓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A37"/>
                </a:solidFill>
              </a:rPr>
              <a:t>Can reason across many show outputs and explain the mechanism in prose a student can learn from.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384048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8A1B30"/>
                </a:solidFill>
              </a:rPr>
              <a:t>✗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A37"/>
                </a:solidFill>
              </a:rPr>
              <a:t>Can invent — on NS-021 it imagined powered-off hosts to explain a reachability boundary at .63.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77840" y="3063240"/>
            <a:ext cx="640080" cy="640080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304495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disagree, one of them is wrong — a far more useful thing to hand a reviewer than a single confident answer.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 — Enforced in Code, Not Policy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071A33"/>
          </a:solidFill>
          <a:ln w="15875">
            <a:solidFill>
              <a:srgbClr val="8A1B3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874520"/>
            <a:ext cx="146304" cy="146304"/>
          </a:xfrm>
          <a:prstGeom prst="ellipse">
            <a:avLst/>
          </a:prstGeom>
          <a:solidFill>
            <a:srgbClr val="E0A400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87452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BF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src/netsage.py apply --case NS-031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!! REFUSED — no fix steps will be emitted for NS-031.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NS-031 was REJECTED on review by Samarth Mehrotra.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AI diagnosis was found incorrect, so its fix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must not be applied.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 note: 'State Assoc' means the WPA2 four-way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already completed — so the link-layer fix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be right.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975104"/>
            <a:ext cx="201168" cy="2011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verified against the transcript before a human sees anything.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3118104"/>
            <a:ext cx="201168" cy="2011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926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reads the raw evidence before the AI’s conclusion — by design.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4261104"/>
            <a:ext cx="201168" cy="2011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4069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override flag. No code path from a diagnosis to a fix that skips the gate.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Reproducible from the CLI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cases · 9 fault families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630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· 97% catch rate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4630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/ 33</a:t>
            </a:r>
            <a:endParaRPr lang="en-US" sz="3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diagnoses schema-valid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91540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06840" y="14630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3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795528" y="3127248"/>
            <a:ext cx="4306824" cy="3300984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pic>
        <p:nvPicPr>
          <p:cNvPr id="14" name="Image 0" descr="C:/Users/samar/Desktop/Cisco/NetSage-AI/outputs/charts/cases_by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00400"/>
            <a:ext cx="4160520" cy="31546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577840" y="3127248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3310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&amp; honesty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97880" y="374904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fault families across OSI layers 1–4 and 7.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required 30 cases — 33 delivered.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required 5 corrections — 12 documented.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produced by code in the submitted project and reproducible from one command.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Worth Being Honest About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18488"/>
            <a:ext cx="5632704" cy="3575304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pic>
        <p:nvPicPr>
          <p:cNvPr id="6" name="Image 0" descr="C:/Users/samar/Desktop/Cisco/NetSage-AI/outputs/charts/ai_failure_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4864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64592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8A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63.6%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AI–human agreement  (21 accepted · 7 edited · 5 rejected)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0" y="2880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non-accepted diagnoses are committed as-is, each documented with its failure mode — not regenerated until the model agreed.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3886200"/>
            <a:ext cx="5212080" cy="2148840"/>
          </a:xfrm>
          <a:prstGeom prst="roundRect">
            <a:avLst>
              <a:gd name="adj" fmla="val 2979"/>
            </a:avLst>
          </a:prstGeom>
          <a:solidFill>
            <a:srgbClr val="F5E7EA"/>
          </a:solidFill>
          <a:ln w="12700">
            <a:solidFill>
              <a:srgbClr val="8A1B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honestly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4434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demonstration corpus, not a blind benchmark — the case library and the recorded AI responses were produced in the same session. A ‑‑provider anthropic path exists for a genuinely blind re-run on a fresh case set.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in Practice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 here is mechanical, not advisory.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11296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8541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76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first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59536" y="2743200"/>
            <a:ext cx="2944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checked against the transcript before any human sees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33672" y="1874520"/>
            <a:ext cx="3511296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218541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176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216712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before answer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44568" y="2743200"/>
            <a:ext cx="2944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reads the raw evidence before the AI’s conclusion — by design.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18704" y="1874520"/>
            <a:ext cx="3511296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218541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176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95944" y="216712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blocks bad fixes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0" y="2743200"/>
            <a:ext cx="2944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Unreviewed or rejected diagnoses can never emit fix steps.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389120"/>
            <a:ext cx="1554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2560320" y="438912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logged — each with its failure-mode category and the prompt, checker, or procedure change it drove. Most were not fixable by prompting the model more nicely, which is itself a finding.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Testing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8836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7922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377440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— no heavy framework, no cloud stack to stand 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3672" y="15544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8836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7922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+ matplotlib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2377440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charts, with a palette validated for colour-blind safety.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18704" y="15544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8836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17922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Jinja2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7888" y="2377440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self-contained HTML dashboard report.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9536" y="41696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0782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" y="4663440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directly over HTTPS via requests — no SDK dependency.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33672" y="38404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44568" y="41696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40782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by default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2856" y="4663440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provider replays committed responses — a demo can’t fail on connectivity.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18704" y="38404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41696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8577072" y="40782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pytest tests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7888" y="4663440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named regression tests for real parser bugs found in development.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8A1B30"/>
          </a:solidFill>
          <a:ln/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85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 Completed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offered by IILM University through the Cisco Networking Academy program.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" y="1783080"/>
            <a:ext cx="3529584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pic>
        <p:nvPicPr>
          <p:cNvPr id="7" name="Image 0" descr="C:/Users/samar/Desktop/Cisco/_asse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74520"/>
            <a:ext cx="3346704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4434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Modern AI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02 Jun 2026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10812" y="1783080"/>
            <a:ext cx="3739896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pic>
        <p:nvPicPr>
          <p:cNvPr id="10" name="Image 1" descr="C:/Users/samar/Desktop/Cisco/_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252" y="1874520"/>
            <a:ext cx="3557016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4434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AI: Analyze Customer Reviews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02 Jun 2026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997571" y="1783080"/>
            <a:ext cx="353644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8A99AB">
                <a:alpha val="45000"/>
              </a:srgbClr>
            </a:outerShdw>
          </a:effectLst>
        </p:spPr>
      </p:sp>
      <p:pic>
        <p:nvPicPr>
          <p:cNvPr id="13" name="Image 2" descr="C:/Users/samar/Desktop/Cisco/_assets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011" y="1874520"/>
            <a:ext cx="3353562" cy="2286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82712" y="4434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Essentials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11 Jun 2026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2377440" y="5486400"/>
            <a:ext cx="7406640" cy="822960"/>
          </a:xfrm>
          <a:prstGeom prst="roundRect">
            <a:avLst>
              <a:gd name="adj" fmla="val 8889"/>
            </a:avLst>
          </a:prstGeom>
          <a:solidFill>
            <a:srgbClr val="EEF2F7"/>
          </a:solidFill>
          <a:ln/>
        </p:spPr>
      </p:sp>
      <p:sp>
        <p:nvSpPr>
          <p:cNvPr id="16" name="Text 11"/>
          <p:cNvSpPr/>
          <p:nvPr/>
        </p:nvSpPr>
        <p:spPr>
          <a:xfrm>
            <a:off x="2560320" y="54864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internship’s main course is Modern AI — this is an AI-domain submission, so no Packet Tracer (.pkt) file is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937760"/>
            <a:ext cx="3383280" cy="33832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291840" cy="32918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" name="Image 0" descr="C:/Users/samar/Desktop/Cisco/_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640080"/>
            <a:ext cx="749808" cy="7993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9202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model reason — but verify its evidence automatically, and require a human to approve every action.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371600" y="3703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AI’s most important behaviour is the one thing it refuses to do.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52628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Mehrotra   •   2410030934   •   B.Tech CSE, Semester 5   •   IILM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2026-08-26T11:31:25Z</dcterms:created>
  <dcterms:modified xsi:type="dcterms:W3CDTF">2026-08-26T11:31:25Z</dcterms:modified>
</cp:coreProperties>
</file>